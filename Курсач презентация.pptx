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801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embeddedFontLst>
    <p:embeddedFont>
      <p:font typeface="Instrument Sans Medium" panose="020B0604020202020204" charset="0"/>
      <p:regular r:id="rId10"/>
    </p:embeddedFont>
    <p:embeddedFont>
      <p:font typeface="Instrument Sans SemiBold" panose="020B0604020202020204" charset="0"/>
      <p:regular r:id="rId11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699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8FB2E4-0335-E832-2DFC-A0C88892F9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02A687F-C010-FB51-B490-6C16DC6B6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82C51C4-E568-5AC2-41A2-A0C4CC77A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2BA1B-1CA2-421D-801A-3B3BAF732C51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098214-B120-4099-649D-EFC2CD703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458FDC1-4504-34C1-5DBE-BC52E0BA5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131C1-1610-4523-BB3C-CDB6276AEB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24798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08933B-5641-1FA4-81B0-395DFD759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F3CCB7-A2CC-D8C9-A8D4-4B28AC0BF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0C6D58F-51C7-429D-53FD-9F24D058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2BA1B-1CA2-421D-801A-3B3BAF732C51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506D1A-7A22-C1D1-B85C-20C41A2E8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4AFFCE-A7F0-5CE7-A2BD-22509BAAB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131C1-1610-4523-BB3C-CDB6276AEB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839080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F7B626-9CB8-817D-8679-8E3620332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C5E37D0-12B7-F5E3-418B-D42E322650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B06E35D-CAB8-7AAB-350B-E2DC9EDAE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2BA1B-1CA2-421D-801A-3B3BAF732C51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15C5F88-0289-B195-BF19-F9C19464B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4E87B60-20F4-142B-6042-5E8A00971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131C1-1610-4523-BB3C-CDB6276AEB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532830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56BD2B-1B12-952C-78EF-D793B013F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EDD80E-A5BA-4B1C-B6FE-A8FD0DC6C2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9B2B2C6-3EE6-A2C2-1DEF-80357C4A8C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43B0AE2-8974-6D8B-D01D-0FBCE5D46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2BA1B-1CA2-421D-801A-3B3BAF732C51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08158D8-0219-A4C6-8B2E-C93F4DA7E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08A27F7-8C03-2F5D-4C85-552900837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131C1-1610-4523-BB3C-CDB6276AEB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713306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56FBD4-3137-BE0D-0187-C62C85465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423F08D-443F-7B68-AB43-3FB80F9D52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C98580F-7F9D-B8F6-1AE1-B557AE6360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504F11D-B139-C5FC-A4A9-927100145A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73B4F-AE0E-35C0-C343-0FF425E5C8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922629B-A59D-D50E-5E09-7E1E453B3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2BA1B-1CA2-421D-801A-3B3BAF732C51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C450D5E-99D0-7743-634B-D8C94C912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352F153-94B7-3B1A-9850-F89DB7757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131C1-1610-4523-BB3C-CDB6276AEB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747941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31E061-3A12-2239-653B-939759FE2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41A6DC6-49C4-05AD-0E39-AD96BF3B9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2BA1B-1CA2-421D-801A-3B3BAF732C51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F4777DB-0A29-63E1-0019-D940C5A35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B7A8EA3-BCD1-8B57-5D81-C73CE6492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131C1-1610-4523-BB3C-CDB6276AEB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3033062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336BCAF-F3B9-D8D2-ECB9-9F974FD20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2BA1B-1CA2-421D-801A-3B3BAF732C51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9F76837-7FFA-85F1-1409-ABFC1BBBA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7472ED-444F-BB23-4363-902D70D51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131C1-1610-4523-BB3C-CDB6276AEB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116859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061F38-92A3-3714-3209-ABFBB2F5C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57C847C-0D8D-ED9C-5166-DA5F7F38F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8E85039-E75D-34AB-625C-263575C20E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74A18C-3F90-367C-F9DD-85AF2D61C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2BA1B-1CA2-421D-801A-3B3BAF732C51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1B1AFDA-46B3-532A-699E-3B352FE71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F0D1AF-B22B-576B-132E-9ACDC64BC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131C1-1610-4523-BB3C-CDB6276AEB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767474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42AB4B-8C92-DBBD-AC2C-50D9EB223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8DB104E-3397-DD17-B852-AE5414D7C7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9ECADBF-C8B5-10E5-DA40-73D411879E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B8F2B13-ADD7-8707-D3F6-B9AA13366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2BA1B-1CA2-421D-801A-3B3BAF732C51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9B3941D-52EA-3A79-FC06-025991EDC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5420E3A-5D02-1129-D96D-FDF0F38E3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131C1-1610-4523-BB3C-CDB6276AEB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802906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B84BC0-2837-C3A1-8C37-AE830EDE8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CC3FF33-298C-22C9-4FA3-B0B36BCE44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4715588-491B-D014-5149-1E6F23A42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2BA1B-1CA2-421D-801A-3B3BAF732C51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524D474-AB74-1D38-0D75-7F9D94A39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1648DFE-833D-EE45-7025-C00153A0A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131C1-1610-4523-BB3C-CDB6276AEB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138463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2DA8FFC-9716-7BC7-1A83-F967855569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1D82111-1373-7673-7BEB-C6977A30BE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2B78D88-ECC5-C169-538C-6B5C34B7C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2BA1B-1CA2-421D-801A-3B3BAF732C51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D3C42B4-ED80-320A-5F35-28668C39B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DBCEA1A-68CF-2E45-FB44-66CD04271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131C1-1610-4523-BB3C-CDB6276AEB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482997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739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78866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52856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3371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07083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57121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33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269FA8-84AB-F3DC-770F-697AE82F3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F0625CA-7CCA-8A11-5DA3-AAC71A2D2A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EE4AEF6-5426-A097-4EEB-5E3EF6EE55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72BA1B-1CA2-421D-801A-3B3BAF732C51}" type="datetimeFigureOut">
              <a:rPr lang="ru-RU" smtClean="0"/>
              <a:t>24.05.2026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5A4BE7-E2A3-6058-26DD-EE1D2624A4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84E2B1A-AA5D-D19F-FA3C-5B676E6D3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B131C1-1610-4523-BB3C-CDB6276AEB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4061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3" r:id="rId2"/>
    <p:sldLayoutId id="2147483804" r:id="rId3"/>
    <p:sldLayoutId id="2147483805" r:id="rId4"/>
    <p:sldLayoutId id="2147483806" r:id="rId5"/>
    <p:sldLayoutId id="2147483807" r:id="rId6"/>
    <p:sldLayoutId id="2147483808" r:id="rId7"/>
    <p:sldLayoutId id="2147483809" r:id="rId8"/>
    <p:sldLayoutId id="2147483810" r:id="rId9"/>
    <p:sldLayoutId id="2147483811" r:id="rId10"/>
    <p:sldLayoutId id="2147483812" r:id="rId11"/>
    <p:sldLayoutId id="2147483813" r:id="rId12"/>
    <p:sldLayoutId id="2147483814" r:id="rId13"/>
    <p:sldLayoutId id="2147483815" r:id="rId14"/>
    <p:sldLayoutId id="2147483816" r:id="rId15"/>
    <p:sldLayoutId id="2147483817" r:id="rId16"/>
    <p:sldLayoutId id="2147483818" r:id="rId17"/>
    <p:sldLayoutId id="2147483819" r:id="rId18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imzvorykin/TempMailChecker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8" y="2128763"/>
            <a:ext cx="8151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На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тему</a:t>
            </a:r>
            <a:r>
              <a:rPr lang="ru-RU" sz="2750" dirty="0">
                <a:solidFill>
                  <a:srgbClr val="091C53"/>
                </a:solidFill>
                <a:latin typeface="Instrument Sans SemiBold" pitchFamily="34" charset="0"/>
              </a:rPr>
              <a:t>:</a:t>
            </a:r>
            <a:r>
              <a:rPr lang="ru-RU" sz="2750" dirty="0">
                <a:solidFill>
                  <a:srgbClr val="091C53"/>
                </a:solidFill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разработка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GUI приложения на C++ для детекции временных email-адресов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6648450" y="4109542"/>
            <a:ext cx="2317750" cy="944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33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Автор: Лакин Т.А.  </a:t>
            </a:r>
            <a:endParaRPr lang="ru-RU" sz="1100" dirty="0">
              <a:solidFill>
                <a:srgbClr val="1E3063"/>
              </a:solidFill>
              <a:latin typeface="Instrument Sans Medium" pitchFamily="34" charset="0"/>
              <a:ea typeface="Instrument Sans Medium" pitchFamily="34" charset="-122"/>
              <a:cs typeface="Instrument Sans Medium" pitchFamily="34" charset="-120"/>
            </a:endParaRPr>
          </a:p>
          <a:p>
            <a:pPr marL="0" indent="0" algn="r">
              <a:lnSpc>
                <a:spcPct val="133000"/>
              </a:lnSpc>
              <a:buNone/>
            </a:pPr>
            <a:r>
              <a:rPr lang="en-US" sz="1100" dirty="0" err="1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Руководитель</a:t>
            </a: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: Колпаков А.А. </a:t>
            </a:r>
            <a:endParaRPr lang="ru-RU" sz="1100" dirty="0">
              <a:solidFill>
                <a:srgbClr val="1E3063"/>
              </a:solidFill>
              <a:latin typeface="Instrument Sans Medium" pitchFamily="34" charset="0"/>
              <a:ea typeface="Instrument Sans Medium" pitchFamily="34" charset="-122"/>
              <a:cs typeface="Instrument Sans Medium" pitchFamily="34" charset="-120"/>
            </a:endParaRPr>
          </a:p>
          <a:p>
            <a:pPr marL="0" indent="0" algn="r">
              <a:lnSpc>
                <a:spcPct val="133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МИ ВлГУ (филиал, Муром) • 2026</a:t>
            </a:r>
            <a:endParaRPr lang="en-US" sz="1100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F275FAD3-C2B8-0E16-5F01-EB5B4717C2FB}"/>
              </a:ext>
            </a:extLst>
          </p:cNvPr>
          <p:cNvSpPr/>
          <p:nvPr/>
        </p:nvSpPr>
        <p:spPr>
          <a:xfrm>
            <a:off x="457200" y="302010"/>
            <a:ext cx="8228880" cy="60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 fontScale="40000" lnSpcReduction="20000"/>
          </a:bodyPr>
          <a:lstStyle/>
          <a:p>
            <a:pPr algn="ctr">
              <a:lnSpc>
                <a:spcPct val="104000"/>
              </a:lnSpc>
              <a:tabLst>
                <a:tab pos="0" algn="l"/>
              </a:tabLst>
            </a:pP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Министерство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науки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и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высшего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образования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Российской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Федерации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Муромский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институт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(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филиал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)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федерального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государственного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бюджетного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образовательного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учреждения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высшего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образования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«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Владимирский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государственный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университет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имени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Александра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Григорьевича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и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Николая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Григорьевича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Столетовых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» (МИ </a:t>
            </a:r>
            <a:r>
              <a:rPr lang="en-US" sz="2750" dirty="0" err="1">
                <a:solidFill>
                  <a:srgbClr val="091C53"/>
                </a:solidFill>
                <a:latin typeface="Instrument Sans SemiBold" pitchFamily="34" charset="0"/>
              </a:rPr>
              <a:t>ВлГУ</a:t>
            </a: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)</a:t>
            </a:r>
            <a:endParaRPr lang="ru-RU" sz="2750" dirty="0">
              <a:solidFill>
                <a:srgbClr val="091C53"/>
              </a:solidFill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CB541C27-FA51-9BCF-474C-7436D343330B}"/>
              </a:ext>
            </a:extLst>
          </p:cNvPr>
          <p:cNvSpPr/>
          <p:nvPr/>
        </p:nvSpPr>
        <p:spPr>
          <a:xfrm>
            <a:off x="2709720" y="1631160"/>
            <a:ext cx="3495600" cy="40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>
              <a:lnSpc>
                <a:spcPct val="104000"/>
              </a:lnSpc>
              <a:tabLst>
                <a:tab pos="0" algn="l"/>
              </a:tabLst>
            </a:pP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</a:rPr>
              <a:t>КУРСОВАЯ РАБОТА</a:t>
            </a:r>
            <a:endParaRPr lang="ru-RU" sz="2750" dirty="0">
              <a:solidFill>
                <a:srgbClr val="091C53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875109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Актуальность и цель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496119" y="1690167"/>
            <a:ext cx="3902943" cy="1138461"/>
          </a:xfrm>
          <a:prstGeom prst="roundRect">
            <a:avLst>
              <a:gd name="adj" fmla="val 11207"/>
            </a:avLst>
          </a:prstGeom>
          <a:solidFill>
            <a:srgbClr val="FFFFFF"/>
          </a:solidFill>
          <a:ln w="19050">
            <a:solidFill>
              <a:srgbClr val="B4CC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6927" y="185097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Актуальность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56927" y="2214190"/>
            <a:ext cx="358132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Временные почты используются для фейковых учётных записей, спама и обхода ограничений.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96119" y="2970386"/>
            <a:ext cx="3902943" cy="1138461"/>
          </a:xfrm>
          <a:prstGeom prst="roundRect">
            <a:avLst>
              <a:gd name="adj" fmla="val 11207"/>
            </a:avLst>
          </a:prstGeom>
          <a:solidFill>
            <a:srgbClr val="FFFFFF"/>
          </a:solidFill>
          <a:ln w="19050">
            <a:solidFill>
              <a:srgbClr val="B4CC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6927" y="313119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Цель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6927" y="3494410"/>
            <a:ext cx="358132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Создать настольное GUI‑приложение на C++/MFC для автоматической детекции disposable email.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49701" y="1672456"/>
            <a:ext cx="2583656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Функционал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4749701" y="2080022"/>
            <a:ext cx="3902943" cy="1282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Загрузка базы temp_domains.txt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Валидация формата email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Одиночная проверка и пакетная обработка (.txt, .csv)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Экспорт отчёта в UTF‑8 с BOM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09452" y="310455"/>
            <a:ext cx="4129906" cy="3045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Стек технологий и архитектура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1209452" y="748903"/>
            <a:ext cx="7182222" cy="131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Ключевые методы: LoadDomainDatabase(), IsValidEmail(), IsDisposable(), SaveReport()</a:t>
            </a:r>
            <a:endParaRPr lang="en-US" sz="7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9452" y="955849"/>
            <a:ext cx="243632" cy="2436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09452" y="1283196"/>
            <a:ext cx="1218307" cy="152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C++17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1209452" y="1475631"/>
            <a:ext cx="2185839" cy="131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Производительность, статическая линковка</a:t>
            </a:r>
            <a:endParaRPr lang="en-US" sz="7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79006" y="955849"/>
            <a:ext cx="243632" cy="2436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479006" y="1283196"/>
            <a:ext cx="1218307" cy="152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MFC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3479006" y="1475631"/>
            <a:ext cx="2185839" cy="263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Диалоговое приложение, элементы CEdit / CListCtrl</a:t>
            </a:r>
            <a:endParaRPr lang="en-US" sz="7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48561" y="955849"/>
            <a:ext cx="243632" cy="2436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748561" y="1283196"/>
            <a:ext cx="1218307" cy="152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unordered_set</a:t>
            </a:r>
            <a:endParaRPr lang="en-US" sz="950" dirty="0"/>
          </a:p>
        </p:txBody>
      </p:sp>
      <p:sp>
        <p:nvSpPr>
          <p:cNvPr id="12" name="Text 7"/>
          <p:cNvSpPr/>
          <p:nvPr/>
        </p:nvSpPr>
        <p:spPr>
          <a:xfrm>
            <a:off x="5748561" y="1475631"/>
            <a:ext cx="2185839" cy="131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Поиск домена: амортизированное O(1)</a:t>
            </a:r>
            <a:endParaRPr lang="en-US" sz="750" dirty="0"/>
          </a:p>
        </p:txBody>
      </p:sp>
      <p:sp>
        <p:nvSpPr>
          <p:cNvPr id="13" name="Text 8"/>
          <p:cNvSpPr/>
          <p:nvPr/>
        </p:nvSpPr>
        <p:spPr>
          <a:xfrm>
            <a:off x="1209452" y="1839218"/>
            <a:ext cx="2450827" cy="243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Архитектура — схема</a:t>
            </a:r>
            <a:endParaRPr lang="en-US" sz="15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7129" y="2183383"/>
            <a:ext cx="6509593" cy="244264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348172" y="4033051"/>
            <a:ext cx="1210419" cy="189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Return Status</a:t>
            </a:r>
            <a:endParaRPr lang="en-US" sz="1150" dirty="0"/>
          </a:p>
        </p:txBody>
      </p:sp>
      <p:sp>
        <p:nvSpPr>
          <p:cNvPr id="16" name="Text 10"/>
          <p:cNvSpPr/>
          <p:nvPr/>
        </p:nvSpPr>
        <p:spPr>
          <a:xfrm>
            <a:off x="5110811" y="4033051"/>
            <a:ext cx="1210419" cy="189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Lookup Hash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4108776" y="3938483"/>
            <a:ext cx="981819" cy="3782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Extract Domain</a:t>
            </a:r>
            <a:endParaRPr lang="en-US" sz="1150" dirty="0"/>
          </a:p>
        </p:txBody>
      </p:sp>
      <p:sp>
        <p:nvSpPr>
          <p:cNvPr id="18" name="Text 12"/>
          <p:cNvSpPr/>
          <p:nvPr/>
        </p:nvSpPr>
        <p:spPr>
          <a:xfrm>
            <a:off x="2878141" y="3938483"/>
            <a:ext cx="981818" cy="3782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Validate Format</a:t>
            </a:r>
            <a:endParaRPr lang="en-US" sz="1150" dirty="0"/>
          </a:p>
        </p:txBody>
      </p:sp>
      <p:sp>
        <p:nvSpPr>
          <p:cNvPr id="19" name="Text 13"/>
          <p:cNvSpPr/>
          <p:nvPr/>
        </p:nvSpPr>
        <p:spPr>
          <a:xfrm>
            <a:off x="1392006" y="4033051"/>
            <a:ext cx="1210419" cy="189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Input Email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1209452" y="4701406"/>
            <a:ext cx="7182222" cy="131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7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Диалог‑базированное приложение, главный класс CTempMailCheckerDlg (CDialogEx).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643" y="335682"/>
            <a:ext cx="3392165" cy="3668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Алгоритм работы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521643" y="896987"/>
            <a:ext cx="117351" cy="704404"/>
          </a:xfrm>
          <a:prstGeom prst="roundRect">
            <a:avLst>
              <a:gd name="adj" fmla="val 90039"/>
            </a:avLst>
          </a:prstGeom>
          <a:solidFill>
            <a:srgbClr val="CEE6FD"/>
          </a:solidFill>
          <a:ln/>
        </p:spPr>
      </p:sp>
      <p:sp>
        <p:nvSpPr>
          <p:cNvPr id="4" name="Text 2"/>
          <p:cNvSpPr/>
          <p:nvPr/>
        </p:nvSpPr>
        <p:spPr>
          <a:xfrm>
            <a:off x="736178" y="1014338"/>
            <a:ext cx="1467445" cy="183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Ввод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736178" y="1256035"/>
            <a:ext cx="7886105" cy="171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Ручной или загрузка файла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97706" y="1698575"/>
            <a:ext cx="117351" cy="704404"/>
          </a:xfrm>
          <a:prstGeom prst="roundRect">
            <a:avLst>
              <a:gd name="adj" fmla="val 90039"/>
            </a:avLst>
          </a:prstGeom>
          <a:solidFill>
            <a:srgbClr val="CEE6FD"/>
          </a:solidFill>
          <a:ln/>
        </p:spPr>
      </p:sp>
      <p:sp>
        <p:nvSpPr>
          <p:cNvPr id="7" name="Text 5"/>
          <p:cNvSpPr/>
          <p:nvPr/>
        </p:nvSpPr>
        <p:spPr>
          <a:xfrm>
            <a:off x="912242" y="1815926"/>
            <a:ext cx="1467445" cy="183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Валидация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2242" y="2057623"/>
            <a:ext cx="7710041" cy="171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Проверка наличия @, длины, допустимых символов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73844" y="2500164"/>
            <a:ext cx="117351" cy="704404"/>
          </a:xfrm>
          <a:prstGeom prst="roundRect">
            <a:avLst>
              <a:gd name="adj" fmla="val 90039"/>
            </a:avLst>
          </a:prstGeom>
          <a:solidFill>
            <a:srgbClr val="CEE6FD"/>
          </a:solidFill>
          <a:ln/>
        </p:spPr>
      </p:sp>
      <p:sp>
        <p:nvSpPr>
          <p:cNvPr id="10" name="Text 8"/>
          <p:cNvSpPr/>
          <p:nvPr/>
        </p:nvSpPr>
        <p:spPr>
          <a:xfrm>
            <a:off x="1088380" y="2617515"/>
            <a:ext cx="1467445" cy="183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Выделение домена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88380" y="2859212"/>
            <a:ext cx="7533903" cy="171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Приведение к lowercase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49908" y="3301752"/>
            <a:ext cx="117351" cy="704404"/>
          </a:xfrm>
          <a:prstGeom prst="roundRect">
            <a:avLst>
              <a:gd name="adj" fmla="val 90039"/>
            </a:avLst>
          </a:prstGeom>
          <a:solidFill>
            <a:srgbClr val="CEE6FD"/>
          </a:solidFill>
          <a:ln/>
        </p:spPr>
      </p:sp>
      <p:sp>
        <p:nvSpPr>
          <p:cNvPr id="13" name="Text 11"/>
          <p:cNvSpPr/>
          <p:nvPr/>
        </p:nvSpPr>
        <p:spPr>
          <a:xfrm>
            <a:off x="1264444" y="3419103"/>
            <a:ext cx="1467445" cy="183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Поиск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264444" y="3660800"/>
            <a:ext cx="7357839" cy="171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unordered_set → O(1)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73844" y="4103340"/>
            <a:ext cx="117351" cy="704404"/>
          </a:xfrm>
          <a:prstGeom prst="roundRect">
            <a:avLst>
              <a:gd name="adj" fmla="val 90039"/>
            </a:avLst>
          </a:prstGeom>
          <a:solidFill>
            <a:srgbClr val="CEE6FD"/>
          </a:solidFill>
          <a:ln/>
        </p:spPr>
      </p:sp>
      <p:sp>
        <p:nvSpPr>
          <p:cNvPr id="16" name="Text 14"/>
          <p:cNvSpPr/>
          <p:nvPr/>
        </p:nvSpPr>
        <p:spPr>
          <a:xfrm>
            <a:off x="1088380" y="4220691"/>
            <a:ext cx="1467445" cy="183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Результат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088380" y="4462388"/>
            <a:ext cx="7533903" cy="171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Таблица + лог + экспорт отчёта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872728"/>
            <a:ext cx="8151763" cy="10567"/>
          </a:xfrm>
          <a:prstGeom prst="rect">
            <a:avLst/>
          </a:prstGeom>
          <a:solidFill>
            <a:srgbClr val="1E3063">
              <a:alpha val="5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96119" y="218157"/>
            <a:ext cx="524075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Демонстрация приложения</a:t>
            </a:r>
            <a:endParaRPr lang="en-US" sz="2750" dirty="0"/>
          </a:p>
        </p:txBody>
      </p:sp>
      <p:sp>
        <p:nvSpPr>
          <p:cNvPr id="8" name="Text 2"/>
          <p:cNvSpPr/>
          <p:nvPr/>
        </p:nvSpPr>
        <p:spPr>
          <a:xfrm>
            <a:off x="267519" y="4777879"/>
            <a:ext cx="83803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Скриншоты: одиночная проверка, обнаружение disposable, пакетная обработка, экспорт отчёта</a:t>
            </a:r>
            <a:endParaRPr lang="en-US" sz="1100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D2EEB2B8-DFFB-3B0C-3951-B2F415012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938819"/>
            <a:ext cx="2738651" cy="1926918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C8884866-DB4E-809E-4B0D-F59DFE476A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118" y="2855831"/>
            <a:ext cx="2779396" cy="1926844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BA4589B5-96B5-0CF2-9AD9-25BE9B52B3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4081" y="2916151"/>
            <a:ext cx="2725594" cy="1926844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34878585-82E8-9158-2B8D-8ACFAE7B5A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3608" y="938819"/>
            <a:ext cx="2644274" cy="19218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43102" y="674340"/>
            <a:ext cx="4447580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04000"/>
              </a:lnSpc>
              <a:buNone/>
            </a:pPr>
            <a:r>
              <a:rPr lang="en-US" sz="27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Результаты тестирования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1457474"/>
            <a:ext cx="4752677" cy="1644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33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Всего тестовых записей: 175</a:t>
            </a:r>
            <a:endParaRPr lang="en-US" sz="1100" dirty="0"/>
          </a:p>
          <a:p>
            <a:pPr marL="0" indent="0" algn="r" rtl="1">
              <a:lnSpc>
                <a:spcPct val="133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Временных: 55</a:t>
            </a:r>
            <a:endParaRPr lang="en-US" sz="1100" dirty="0"/>
          </a:p>
          <a:p>
            <a:pPr marL="0" indent="0" algn="r" rtl="1">
              <a:lnSpc>
                <a:spcPct val="133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Постоянных: 63</a:t>
            </a:r>
            <a:endParaRPr lang="en-US" sz="1100" dirty="0"/>
          </a:p>
          <a:p>
            <a:pPr marL="0" indent="0" algn="r" rtl="1">
              <a:lnSpc>
                <a:spcPct val="133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Некорректных: 57</a:t>
            </a:r>
            <a:endParaRPr lang="en-US" sz="1100" dirty="0"/>
          </a:p>
          <a:p>
            <a:pPr marL="0" indent="0" algn="r">
              <a:lnSpc>
                <a:spcPct val="133000"/>
              </a:lnSpc>
              <a:buNone/>
            </a:pPr>
            <a:r>
              <a:rPr lang="en-US" sz="11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Тесты пройдены: корректная классификация, экспорт в UTF‑8 с BOM.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599435" y="1471687"/>
            <a:ext cx="248885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Визуализация — сводка</a:t>
            </a:r>
            <a:endParaRPr lang="en-US" sz="13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9435" y="1852613"/>
            <a:ext cx="3053135" cy="245700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349" y="386655"/>
            <a:ext cx="4249862" cy="408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dirty="0" err="1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Заключение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457349" y="2111499"/>
            <a:ext cx="3743325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 err="1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Заключение</a:t>
            </a:r>
            <a:r>
              <a:rPr lang="en-US" sz="12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 </a:t>
            </a:r>
            <a:r>
              <a:rPr lang="ru-RU" sz="12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и</a:t>
            </a:r>
            <a:r>
              <a:rPr lang="en-US" sz="12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 дальнейшие направления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349" y="2436093"/>
            <a:ext cx="5664845" cy="887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8000"/>
              </a:lnSpc>
              <a:buSzPct val="100000"/>
              <a:buChar char="•"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Разработано GUI‑приложение на C++/MFC для детекции временных email.</a:t>
            </a:r>
            <a:endParaRPr lang="en-US" sz="1000" dirty="0"/>
          </a:p>
          <a:p>
            <a:pPr marL="342900" indent="-342900" algn="l">
              <a:lnSpc>
                <a:spcPct val="128000"/>
              </a:lnSpc>
              <a:buSzPct val="100000"/>
              <a:buChar char="•"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Инструмент для администраторов и разработчиков форм </a:t>
            </a:r>
            <a:r>
              <a:rPr lang="en-US" sz="1000" dirty="0" err="1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регистрации</a:t>
            </a: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349" y="3432125"/>
            <a:ext cx="6122045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Репозиторий: </a:t>
            </a:r>
            <a:r>
              <a:rPr lang="en-US" sz="1000" u="sng" dirty="0">
                <a:solidFill>
                  <a:srgbClr val="0540AD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https://github.com/timzvorykin/TempMailChecker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Words>333</Words>
  <Application>Microsoft Office PowerPoint</Application>
  <PresentationFormat>Экран (16:9)</PresentationFormat>
  <Paragraphs>63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3" baseType="lpstr">
      <vt:lpstr>Instrument Sans Medium</vt:lpstr>
      <vt:lpstr>Arial</vt:lpstr>
      <vt:lpstr>Calibri</vt:lpstr>
      <vt:lpstr>Instrument Sans SemiBold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Timofey Lakin</cp:lastModifiedBy>
  <cp:revision>12</cp:revision>
  <dcterms:created xsi:type="dcterms:W3CDTF">2026-05-24T10:17:53Z</dcterms:created>
  <dcterms:modified xsi:type="dcterms:W3CDTF">2026-05-24T10:41:32Z</dcterms:modified>
</cp:coreProperties>
</file>